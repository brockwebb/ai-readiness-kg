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Operationalizing AI-Ready Data for the Federal Statistical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0">
                <a:solidFill>
                  <a:srgbClr val="000000"/>
                </a:solidFill>
              </a:rPr>
              <a:t>From principles to a runnable instrument</a:t>
            </a:r>
          </a:p>
          <a:p>
            <a:r>
              <a:rPr b="0">
                <a:solidFill>
                  <a:srgbClr val="000000"/>
                </a:solidFill>
              </a:rPr>
              <a:t>An assessment instrument agencies can execute against a data product — every indicator machine-testable where possible, every claim citable to primary literature.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Why this matters (and why it feels unfamiliar)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When the public asks a question, an AI system increasingly answers it — by crawling, retrieving, interpreting, and restating someone's data. Whose data it finds, and whether it restates it correctly, is not luck. It is infrastructure.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SEO was the discipline of being findable by search engines. AIO/GEO extends it: being findable, retrievable, understandable, and correctly cited by AI systems. Very few federal staff have training in either — the discipline exists, but not in-house.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Absence does not create silence. If the authoritative source is not machine-ready, AI answers still get made — from aggregators, stale copies, or model memory. The result is unattributed error carrying the agency's numbers.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The specific stakes for statistics: estimates stripped of their uncertainty, wrong vintages presented as current, restatements with no path back to the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The problem: frameworks tell you what, not 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USAFacts names four criteria (accessible, understandable, accurate, open). FCSM extends data quality to AI-readiness. Neither hands an agency a test.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Standard failure mode: readiness assessed by practitioner self-report. Self-assessments inflate (social-desirability bias; maturity self-ratings are the canonical case). Observed measures don't argue back.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Survey-methodology framing: asking the public whether they can find federal data measures who answered the survey, not whether the data is findable. An administrative, tool-based audit measures what a person — or an AI agent — actually experiences.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Goal: reframe AI readiness as a testable technical property of the data product and its surrounding infrastructure.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The operational picture (OV-1)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The flow being served, and the readiness question at every hop:</a:t>
            </a:r>
          </a:p>
          <a:p>
            <a:r>
              <a:rPr sz="9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Consumers (humans + AI agents)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  → Discovery (search engines, AI answer engines, direct + agent access)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  → Agency public surface (pages, data tools, APIs, files)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  → AI answers (restated, cited — or not)</a:t>
            </a:r>
          </a:p>
          <a:p>
            <a:r>
              <a:rPr sz="900"/>
              <a:t/>
            </a:r>
          </a:p>
          <a:p>
            <a:pPr/>
            <a:r>
              <a:rPr b="0" sz="1800">
                <a:solidFill>
                  <a:srgbClr val="000000"/>
                </a:solidFill>
              </a:rPr>
              <a:t>Hop 1: can machines FIND it? (crawl paths, sitemaps, discovery surfaces)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Hop 2: can machines FETCH it? (robots policy, edge enforcement, stable URLs)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Hop 3: can machines UNDERSTAND it? (metadata, structure, semantics, provenance)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Hop 4: is it RESTATED and CITED correctly? (faithfulness, vintage, uncertainty, attribution)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Readiness is the property of surviving all four hops. Most frameworks only inspect hop 3 from the inside.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Design stance: the machine is the first-class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The FAIR principles' original thesis (Wilkinson et al. 2016): machine-actionability as the primary design target. A decade old; largely unimplemented in government.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2026 instantiation: design the machine surface first (APIs, MCP/A2A-class agent endpoints, structured markup, llms.txt); derive the human surface from it. Not GUI abolition — derivation order. Section 508 keeps the human surface mandatory.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A meaningful share of public contact with government data now arrives through AI answer engines and LLM crawlers, alongside search and direct visits. Both channels must be tested.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Existence proof in production: a federal policy corpus (99 documents, 6,600+ obligations) whose primary interface is an MCP server consumed by AI agents.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The instrument: four criteria, seven groups, ~45 indicators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700">
                <a:solidFill>
                  <a:srgbClr val="000000"/>
                </a:solidFill>
              </a:rPr>
              <a:t>USAFacts' four criteria as top-level structure; FCSM's quality framework as the bridge into statistical-agency language.</a:t>
            </a:r>
          </a:p>
          <a:p>
            <a:pPr/>
            <a:r>
              <a:rPr b="0" sz="1700">
                <a:solidFill>
                  <a:srgbClr val="000000"/>
                </a:solidFill>
              </a:rPr>
              <a:t>Decomposed into seven indicator groups: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A Accessible (formats, APIs, bulk, crawler access, discoverability, markup, identifiers, application surfaces)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B Understandable (variable semantics, definitions, methodology legibility, quality metadata)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C Accurate as consumed by AI (retrieval-grounded QA, restatement faithfulness, vintage disambiguation, citation quality)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D Open (license clarity, AI-reuse terms, provenance, inventory completeness)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E TEVV loop (cross-cutting)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F Release engineering (cross-cutting)</a:t>
            </a:r>
          </a:p>
          <a:p>
            <a:pPr lvl="1"/>
            <a:r>
              <a:rPr b="0" sz="1700">
                <a:solidFill>
                  <a:srgbClr val="000000"/>
                </a:solidFill>
              </a:rPr>
              <a:t>G Statistical-product semantics (uncertainty, revisions, vintages, authority, disclosure, protocol provenance)</a:t>
            </a:r>
          </a:p>
          <a:p>
            <a:pPr/>
            <a:r>
              <a:rPr b="0" sz="1700">
                <a:solidFill>
                  <a:srgbClr val="000000"/>
                </a:solidFill>
              </a:rPr>
              <a:t>Every indicator typed: AUTO (machine-checkable from the public surface) / DOC (verifiable documented attribute) / EVAL (measured by an evaluation harness).</a:t>
            </a:r>
          </a:p>
          <a:p>
            <a:pPr/>
            <a:r>
              <a:rPr b="0" sz="1700">
                <a:solidFill>
                  <a:srgbClr val="000000"/>
                </a:solidFill>
              </a:rPr>
              <a:t>Machine-first rule: where a machine test exists or can be built, it replaces self-report. The human-survey component is scoped to the residual.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Three tiers: who can run the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`public` — runnable by anyone against the public surface. No permission, no cooperation. All AUTO indicators default here.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`agency_instrumented` — requires agency cooperation: internal metadata, process artifacts, checklist answers.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`paid` — requires funded tooling: standing eval harnesses, attestation infrastructure, monitoring. Output here is prescriptive gap-closing guidance, not a score.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A second, independent axis: open-source vs. proprietary tooling. The tiers intersect it; they don't map onto it.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Sequencing: `public` ships first — it needs nobody's permission and produces scored profiles immediately.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Capability architecture (SV-1): what the system needs, not which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400">
                <a:solidFill>
                  <a:srgbClr val="000000"/>
                </a:solidFill>
              </a:rPr>
              <a:t>Four layers. Capabilities named by what they provide; technology choices are per-agency.</a:t>
            </a:r>
          </a:p>
          <a:p>
            <a:r>
              <a:rPr sz="8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OPERATIONAL FLOW (slide 4) — served by:</a:t>
            </a:r>
          </a:p>
          <a:p>
            <a:r>
              <a:rPr sz="8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AGENCY CAPABILITIES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Publication            | machine-first products, metadata, markup, agent endpoints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Access control         | declared policy vs. enforced treatment vs. observed behavior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Release engineering    | pre-release gates, contracts, attestation</a:t>
            </a:r>
          </a:p>
          <a:p>
            <a:r>
              <a:rPr sz="8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MEASUREMENT &amp; FEEDBACK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Sensor layer           | external diagnostics of the public surface (nothing internal needed)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Evaluation harness     | TEVV: retrieval QA, restatement faithfulness, drift sentinels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Telemetry              | crawler logs, usage metrics, AI citation tracking</a:t>
            </a:r>
          </a:p>
          <a:p>
            <a:r>
              <a:rPr sz="8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EVIDENCE BASE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Knowledge graph        | literature (admitted, hashed) → indicators → scored profiles</a:t>
            </a:r>
          </a:p>
          <a:p>
            <a:r>
              <a:rPr sz="800"/>
              <a:t/>
            </a:r>
          </a:p>
          <a:p>
            <a:pPr/>
            <a:r>
              <a:rPr b="0" sz="1400">
                <a:solidFill>
                  <a:srgbClr val="000000"/>
                </a:solidFill>
              </a:rPr>
              <a:t>Measurement feeds back into publication and release: failed evals and sensor warnings become remediation with re-test, not reports.</a:t>
            </a:r>
          </a:p>
          <a:p>
            <a:pPr/>
            <a:r>
              <a:rPr b="0" sz="1400">
                <a:solidFill>
                  <a:srgbClr val="000000"/>
                </a:solidFill>
              </a:rPr>
              <a:t>Every capability maps to indicator groups: publication ↔ A/B/G, access control ↔ A, release ↔ F, sensors ↔ AUTO tier, harness ↔ EVAL tier + E, telemetry ↔ the validation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The public tier is runnable today (named tools per check)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Metadata contract: DCAT-US v1.1/v3.0 JSON Schema validators against data.json — the exact contract powering Data.gov ingestion.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Structured markup: Schema.org Markup Validator on dataset and release pages (Dataset/DCAT/Croissant).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Crawler access: robots.txt checks against the maintained AI user-agent registries (training / search-index / user-fetch bot families per vendor); llms.txt validators.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FAIR baseline: F-UJI — open-source, automated FAIR scoring from a persistent identifier, hosted or self-deployed, REST API for bulk runs.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Parseability: axe-core / pa11y accessibility engines — semantic-structure failures degrade machine parsing, not just 508 compliance.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Plain language: readability graders on key explanatory text (Plain Writing Act obligation; lower grade level, less LLM distortion).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Caveat carried forward: presence of llms.txt signals intent, not readiness; absence is not disqualifying. No single convention is a readiness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The sensor layer: the Machine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A common FSS technical diagnostic (SME-drafted, in progress): deterministic, explainable checks over public web assets — pages, datasets, APIs, data tools.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Four sensed dimensions: discoverability; indexability &amp; retrievability; machine understandability &amp; citation readiness; ingestibility &amp; computational usability.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Two design patterns adopted into the instrument:</a:t>
            </a:r>
          </a:p>
          <a:p>
            <a:pPr lvl="1"/>
            <a:r>
              <a:rPr b="0" sz="1800">
                <a:solidFill>
                  <a:srgbClr val="000000"/>
                </a:solidFill>
              </a:rPr>
              <a:t>1. </a:t>
            </a:r>
            <a:r>
              <a:rPr b="1" sz="1800">
                <a:solidFill>
                  <a:srgbClr val="000000"/>
                </a:solidFill>
              </a:rPr>
              <a:t>Observed facts vs. versioned warning rules.</a:t>
            </a:r>
            <a:r>
              <a:rPr b="0" sz="1800">
                <a:solidFill>
                  <a:srgbClr val="000000"/>
                </a:solidFill>
              </a:rPr>
              <a:t> Raw observations stored separately from calculated warnings; thresholds change and history re-scores without re-crawling.</a:t>
            </a:r>
          </a:p>
          <a:p>
            <a:pPr lvl="1"/>
            <a:r>
              <a:rPr b="0" sz="1800">
                <a:solidFill>
                  <a:srgbClr val="000000"/>
                </a:solidFill>
              </a:rPr>
              <a:t>2. </a:t>
            </a:r>
            <a:r>
              <a:rPr b="1" sz="1800">
                <a:solidFill>
                  <a:srgbClr val="000000"/>
                </a:solidFill>
              </a:rPr>
              <a:t>Declared / enforced / observed access.</a:t>
            </a:r>
            <a:r>
              <a:rPr b="0" sz="1800">
                <a:solidFill>
                  <a:srgbClr val="000000"/>
                </a:solidFill>
              </a:rPr>
              <a:t> What robots.txt says vs. what the edge/WAF actually does vs. what crawler logs show. A mismatch between layers is itself the finding.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Applications get their own diagnostic path: statistical data tools are JS-heavy; deep-link failure, fragment-only state, soft-404 shells, and canonical collapse make a tool usable by humans and invisible to machines.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TEVV: the loop adjacent frameworks leave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Their accuracy machinery is real — review, audit trails, notifications — but nothing routes a failed evaluation back into the data product, and nothing attributes a failure to its stage.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The instrument closes it (NIST AI RMF MEASURE/MANAGE framing): verification/validation split; pre-registered acceptance thresholds; versioned instruments (results never pooled across versions); contamination policy with held-out rotation; seeded positive controls (a cycle with zero fired controls is invalid, not passing); failure attribution (retrieval / vintage / metadata / model); corrective-action closure with re-test; drift sentinels (versioned golden questions on schedule); standing adversarial bank (vintage traps, confusable series, unit traps, suppression probes).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Publication is a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A new vintage or page can silently break machine consumers. Software solved this: CI/CD, regression suites, contracts.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Release-engineering indicators: pre-release expectation gates; contract stability with deprecation windows; regression on vintage transition (series IDs, geography codes, endpoints survive — or a crosswalk ships); machine-readable changelogs; staged rollout with AI-consumer regression; signed releases / provenance attestation (SLSA-class) so downstream copies trace to the authoritative artifact.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Prior art: data contracts (ODCS), expectation-suite testing, schema registries, supply-chain attestation.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Flagship indicator: uncertainty legibility (G1)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The statistical system's core differentiator is that its numbers carry error measures. No AI-readiness framework reviewed asks whether AI systems </a:t>
            </a:r>
            <a:r>
              <a:rPr b="1" sz="1800">
                <a:solidFill>
                  <a:srgbClr val="000000"/>
                </a:solidFill>
              </a:rPr>
              <a:t>preserve</a:t>
            </a:r>
            <a:r>
              <a:rPr b="0" sz="1800">
                <a:solidFill>
                  <a:srgbClr val="000000"/>
                </a:solidFill>
              </a:rPr>
              <a:t> uncertainty when restating values. Where uncertainty appears at all, it is framed as a privacy safeguard.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G1: MOEs, CVs, DP noise parameters published as structured fields beside estimates — not footnotes — plus an EVAL: do AI restatements carry the uncertainty?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Measurement template borrowed from the sensor layer's access triad: declared uncertainty (structured fields) vs. surfaced uncertainty (what retrieval delivers) vs. observed preservation (what restatements keep).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How the pieces relate: the knowledge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The crosswalk is the join structure. Nothing floats:</a:t>
            </a:r>
          </a:p>
          <a:p>
            <a:r>
              <a:rPr sz="900"/>
              <a:t/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Literature corpus  →  Extraction        →  Crosswalk           →  Instrument       →  Assessment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(documents admitted   (claims, concepts,    (indicator evidence     (typed, tiered      (scored product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with reasons and      definitions — each    cells: doc_id +         indicators,         profiles +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content hashes)       with a verbatim       grounding span; empty   frozen versions)    gap lists)</a:t>
            </a:r>
          </a:p>
          <a:p>
            <a:pPr/>
            <a:r>
              <a:rPr b="0" sz="1200">
                <a:solidFill>
                  <a:srgbClr val="000000"/>
                </a:solidFill>
                <a:latin typeface="Courier New"/>
              </a:rPr>
              <a:t>                          grounding span)       cell = registered gap)</a:t>
            </a:r>
          </a:p>
          <a:p>
            <a:r>
              <a:rPr sz="900"/>
              <a:t/>
            </a:r>
          </a:p>
          <a:p>
            <a:pPr/>
            <a:r>
              <a:rPr b="0" sz="1800">
                <a:solidFill>
                  <a:srgbClr val="000000"/>
                </a:solidFill>
              </a:rPr>
              <a:t>Two loops close the system:</a:t>
            </a:r>
          </a:p>
          <a:p>
            <a:pPr lvl="1"/>
            <a:r>
              <a:rPr b="0" sz="1800">
                <a:solidFill>
                  <a:srgbClr val="000000"/>
                </a:solidFill>
              </a:rPr>
              <a:t>1. </a:t>
            </a:r>
            <a:r>
              <a:rPr b="1" sz="1800">
                <a:solidFill>
                  <a:srgbClr val="000000"/>
                </a:solidFill>
              </a:rPr>
              <a:t>Evidence loop</a:t>
            </a:r>
            <a:r>
              <a:rPr b="0" sz="1800">
                <a:solidFill>
                  <a:srgbClr val="000000"/>
                </a:solidFill>
              </a:rPr>
              <a:t> — empty evidence cells are registered gaps that target the next acquisition round. The corpus grows by measured demand, not by intuition.</a:t>
            </a:r>
          </a:p>
          <a:p>
            <a:pPr lvl="1"/>
            <a:r>
              <a:rPr b="0" sz="1800">
                <a:solidFill>
                  <a:srgbClr val="000000"/>
                </a:solidFill>
              </a:rPr>
              <a:t>2. </a:t>
            </a:r>
            <a:r>
              <a:rPr b="1" sz="1800">
                <a:solidFill>
                  <a:srgbClr val="000000"/>
                </a:solidFill>
              </a:rPr>
              <a:t>Remediation loop</a:t>
            </a:r>
            <a:r>
              <a:rPr b="0" sz="1800">
                <a:solidFill>
                  <a:srgbClr val="000000"/>
                </a:solidFill>
              </a:rPr>
              <a:t> — failed indicators on a product become corrective actions with re-test (the TEVV closure), and recurring failures across products become the improvement agenda fed back to framework authors.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The rule that makes the structure trustworthy: no cell filled without a document; no claim without a span; no number without its interval or its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Evidence discipline: the instrument stands on a measured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Every indicator is citable to primary literature through a knowledge graph: 194 documents admitted with reasons and content hashes; extraction ongoing (31 docs, ~4,800 nodes at last read — a floor, burn in flight).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Nothing enters without a verbatim grounding span. Every claim passed a pre-registered faithfulness gate (fabrication 95% upper bound &lt; 0.10) and every batch passed acceptance sampling before entering. Every quality number ships with its interval or its n — the graph practices G1's own discipline.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The measurement layer finds its own gaps: Group D (openness) names zero evidence documents. License clarity, AI-reuse terms, provenance, inventory completeness — thinnest slice of the corpus AND of the literature. A finding, not a bug: the next acquisition round is targeted by measurement, not intuition.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Positioning against prior 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1" sz="1800">
                <a:solidFill>
                  <a:srgbClr val="000000"/>
                </a:solidFill>
              </a:rPr>
              <a:t>F-UJI / FAIR assessment tools:</a:t>
            </a:r>
            <a:r>
              <a:rPr b="0" sz="1800">
                <a:solidFill>
                  <a:srgbClr val="000000"/>
                </a:solidFill>
              </a:rPr>
              <a:t> genuine prior art for automated readiness scoring; adopted as the FAIR baseline, not rebuilt. This instrument's additions: statistical-native constructs (uncertainty, revisions, vintage identity, disclosure semantics), the TEVV loop, and AI-restatement EVALs — none of which FAIR scoring touches.</a:t>
            </a:r>
          </a:p>
          <a:p>
            <a:pPr/>
            <a:r>
              <a:rPr b="1" sz="1800">
                <a:solidFill>
                  <a:srgbClr val="000000"/>
                </a:solidFill>
              </a:rPr>
              <a:t>Commercial AI-visibility platforms</a:t>
            </a:r>
            <a:r>
              <a:rPr b="0" sz="1800">
                <a:solidFill>
                  <a:srgbClr val="000000"/>
                </a:solidFill>
              </a:rPr>
              <a:t> (Profound, Otterly, Rankscale class): the only current instruments for whether content surfaces in AI answers. Built for brand marketing; no validated methodology for government data. Used as directional signals in the paid tier, never as authoritative scores.</a:t>
            </a:r>
          </a:p>
          <a:p>
            <a:pPr/>
            <a:r>
              <a:rPr b="1" sz="1800">
                <a:solidFill>
                  <a:srgbClr val="000000"/>
                </a:solidFill>
              </a:rPr>
              <a:t>Enterprise SEO suites:</a:t>
            </a:r>
            <a:r>
              <a:rPr b="0" sz="1800">
                <a:solidFill>
                  <a:srgbClr val="000000"/>
                </a:solidFill>
              </a:rPr>
              <a:t> commodity crawling is commodity. The specification is tool-neutral; agencies satisfy it with whatever their governance approves.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What's still missing (the honest slide)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Four foundational layers no framework — including this one — has built yet:</a:t>
            </a:r>
          </a:p>
          <a:p>
            <a:r>
              <a:rPr sz="900"/>
              <a:t/>
            </a:r>
          </a:p>
          <a:p>
            <a:pPr/>
            <a:r>
              <a:rPr b="0" sz="1800">
                <a:solidFill>
                  <a:srgbClr val="000000"/>
                </a:solidFill>
              </a:rPr>
              <a:t>1. </a:t>
            </a:r>
            <a:r>
              <a:rPr b="1" sz="1800">
                <a:solidFill>
                  <a:srgbClr val="000000"/>
                </a:solidFill>
              </a:rPr>
              <a:t>Reuse semantics (FAIR's R).</a:t>
            </a:r>
            <a:r>
              <a:rPr b="0" sz="1800">
                <a:solidFill>
                  <a:srgbClr val="000000"/>
                </a:solidFill>
              </a:rPr>
              <a:t> All four openness indicators are gaps in corpus and literature alike. Machine-readable license/AI-training terms (RAIL, TDM-reservation class, PROV-O) are the field's thinnest layer.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2. </a:t>
            </a:r>
            <a:r>
              <a:rPr b="1" sz="1800">
                <a:solidFill>
                  <a:srgbClr val="000000"/>
                </a:solidFill>
              </a:rPr>
              <a:t>Consumption telemetry.</a:t>
            </a:r>
            <a:r>
              <a:rPr b="0" sz="1800">
                <a:solidFill>
                  <a:srgbClr val="000000"/>
                </a:solidFill>
              </a:rPr>
              <a:t> Everything above is supply-side or harness-side. Observed demand exists today for free — Data.gov's per-agency metrics dashboard (views, downloads, harvest cadence) — plus server-log AI-bot analysis; the paid tier adds AI-answer citation tracking. Readiness that never validates against observed use is an untested construct.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3. </a:t>
            </a:r>
            <a:r>
              <a:rPr b="1" sz="1800">
                <a:solidFill>
                  <a:srgbClr val="000000"/>
                </a:solidFill>
              </a:rPr>
              <a:t>System-level arbitration.</a:t>
            </a:r>
            <a:r>
              <a:rPr b="0" sz="1800">
                <a:solidFill>
                  <a:srgbClr val="000000"/>
                </a:solidFill>
              </a:rPr>
              <a:t> The instrument scores products one at a time. Nothing answers: which product, vintage, geography is the canonical machine answer? SDMX-class registries are the prior art; an AI-ready statistical *system* needs the registry layer.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4. </a:t>
            </a:r>
            <a:r>
              <a:rPr b="1" sz="1800">
                <a:solidFill>
                  <a:srgbClr val="000000"/>
                </a:solidFill>
              </a:rPr>
              <a:t>Consumer-side verifiability.</a:t>
            </a:r>
            <a:r>
              <a:rPr b="0" sz="1800">
                <a:solidFill>
                  <a:srgbClr val="000000"/>
                </a:solidFill>
              </a:rPr>
              <a:t> Signing releases is not enough; the consumer holding a cited number needs an affordance to verify it back to the authoritative artifact (C2PA-class content credentials, adapted to statistics). Without it, authority metadata is an assertion aggregators can copy.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2800">
                <a:solidFill>
                  <a:srgbClr val="000000"/>
                </a:solidFill>
              </a:rPr>
              <a:t>January deliverable and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112745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b="0" sz="1800">
                <a:solidFill>
                  <a:srgbClr val="000000"/>
                </a:solidFill>
              </a:rPr>
              <a:t>Freeze indicator set v1 after one review pass (operator + 1–2 FCSM-adjacent colleagues).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Select 3–5 statistical data products spanning dissemination styles (API-first, table-page, bulk-file legacy).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Run AUTO mechanically; DOC by checklist; accuracy EVALs with a small fixed question set through existing probe/judge machinery.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Output per product: scored profile + gap list + citation trail. Gap lists across products = the improvement agenda.</a:t>
            </a:r>
          </a:p>
          <a:p>
            <a:pPr/>
            <a:r>
              <a:rPr b="0" sz="1800">
                <a:solidFill>
                  <a:srgbClr val="000000"/>
                </a:solidFill>
              </a:rPr>
              <a:t>`public` tier ships first; `agency_instrumented` piloted with willing partners; `paid` documented as roadmap with cost classes.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